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518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3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6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6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1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28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9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6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5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1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5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D408D-CE34-4A08-90D4-2406D7E1AA9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BD8B-DC3F-4E91-97F6-D7D9C573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9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5" y="359651"/>
              <a:ext cx="11541370" cy="6208964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436072" y="2429303"/>
            <a:ext cx="1542198" cy="1542198"/>
            <a:chOff x="436072" y="2429303"/>
            <a:chExt cx="1542198" cy="154219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72" y="2429303"/>
              <a:ext cx="1542198" cy="1542198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591709" y="2998113"/>
              <a:ext cx="123092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sz="1100" dirty="0" smtClean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Libre Baskerville" panose="02000000000000000000" pitchFamily="2" charset="0"/>
                </a:rPr>
                <a:t>Awakened Tree</a:t>
              </a:r>
              <a:endPara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Libre Baskerville" panose="02000000000000000000" pitchFamily="2" charset="0"/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771" y="2998113"/>
            <a:ext cx="486506" cy="4865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86" y="2454425"/>
            <a:ext cx="486506" cy="4865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118" y="3518228"/>
            <a:ext cx="486506" cy="4865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86" y="3978667"/>
            <a:ext cx="486506" cy="4865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118" y="1926825"/>
            <a:ext cx="486506" cy="48650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118" y="4465173"/>
            <a:ext cx="486506" cy="4865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685" y="4013299"/>
            <a:ext cx="486506" cy="4865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75" y="2957149"/>
            <a:ext cx="486506" cy="4865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55017" y="3484619"/>
            <a:ext cx="1230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100" dirty="0" smtClean="0">
                <a:solidFill>
                  <a:schemeClr val="accent4">
                    <a:lumMod val="50000"/>
                  </a:schemeClr>
                </a:solidFill>
                <a:latin typeface="Libre Baskerville" panose="02000000000000000000" pitchFamily="2" charset="0"/>
              </a:rPr>
              <a:t>Awakened Shrubs</a:t>
            </a:r>
            <a:endParaRPr lang="en-US" sz="1100" dirty="0">
              <a:solidFill>
                <a:schemeClr val="accent4">
                  <a:lumMod val="50000"/>
                </a:schemeClr>
              </a:solidFill>
              <a:latin typeface="Libre Baskerville" panose="02000000000000000000" pitchFamily="2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106" y="359651"/>
            <a:ext cx="1509163" cy="150916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5" y="5030388"/>
            <a:ext cx="1509163" cy="150916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45" y="368645"/>
            <a:ext cx="2051664" cy="205166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66" y="402761"/>
            <a:ext cx="2051664" cy="20516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9" y="5030388"/>
            <a:ext cx="1509163" cy="150916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93" y="4499805"/>
            <a:ext cx="2051664" cy="205166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75" y="391955"/>
            <a:ext cx="1509163" cy="150916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822" y="4487887"/>
            <a:ext cx="2051664" cy="20516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153" y="1931327"/>
            <a:ext cx="2019208" cy="201920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66" y="2514933"/>
            <a:ext cx="1857443" cy="18574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20" y="499871"/>
            <a:ext cx="1857443" cy="185744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342" y="4584997"/>
            <a:ext cx="1857443" cy="185744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505" y="2514932"/>
            <a:ext cx="1857443" cy="185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315" y="359651"/>
              <a:ext cx="11541370" cy="6208964"/>
            </a:xfrm>
            <a:prstGeom prst="rect">
              <a:avLst/>
            </a:prstGeom>
          </p:spPr>
        </p:pic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106" y="359651"/>
            <a:ext cx="1509163" cy="15091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5" y="5030388"/>
            <a:ext cx="1509163" cy="15091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45" y="368645"/>
            <a:ext cx="2051664" cy="20516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66" y="402761"/>
            <a:ext cx="2051664" cy="20516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9" y="5030388"/>
            <a:ext cx="1509163" cy="15091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93" y="4499805"/>
            <a:ext cx="2051664" cy="205166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475" y="391955"/>
            <a:ext cx="1509163" cy="150916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822" y="4487887"/>
            <a:ext cx="2051664" cy="205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24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Libre Baskerville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8</cp:revision>
  <dcterms:created xsi:type="dcterms:W3CDTF">2026-07-22T11:26:01Z</dcterms:created>
  <dcterms:modified xsi:type="dcterms:W3CDTF">2026-07-22T12:10:05Z</dcterms:modified>
</cp:coreProperties>
</file>