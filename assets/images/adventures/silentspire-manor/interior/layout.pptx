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B9CA"/>
    <a:srgbClr val="622E0A"/>
    <a:srgbClr val="4C0000"/>
    <a:srgbClr val="000000"/>
    <a:srgbClr val="7E0000"/>
    <a:srgbClr val="492207"/>
    <a:srgbClr val="7F7F7F"/>
    <a:srgbClr val="7F6000"/>
    <a:srgbClr val="F8F8F8"/>
    <a:srgbClr val="6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0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90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57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73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5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50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45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0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9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49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771F8C-44C0-4AB0-AC89-AD39347F46B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47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09889" y="245553"/>
            <a:ext cx="8652116" cy="4660330"/>
          </a:xfrm>
          <a:prstGeom prst="rect">
            <a:avLst/>
          </a:prstGeom>
          <a:solidFill>
            <a:srgbClr val="622E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979217" y="4904432"/>
            <a:ext cx="1185566" cy="23906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smtClean="0">
                <a:solidFill>
                  <a:srgbClr val="622E0A"/>
                </a:solidFill>
                <a:latin typeface="Libre Baskerville" panose="02000000000000000000" pitchFamily="2" charset="0"/>
              </a:rPr>
              <a:t>Foyer</a:t>
            </a:r>
            <a:endParaRPr lang="en-US" sz="12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60309" y="2490090"/>
            <a:ext cx="2623382" cy="4572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260309" y="2535810"/>
            <a:ext cx="45719" cy="109803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833241" y="2535810"/>
            <a:ext cx="50450" cy="1463704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411657" y="2627250"/>
            <a:ext cx="80791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/>
          <p:cNvGrpSpPr/>
          <p:nvPr/>
        </p:nvGrpSpPr>
        <p:grpSpPr>
          <a:xfrm>
            <a:off x="3490632" y="2669890"/>
            <a:ext cx="278261" cy="152925"/>
            <a:chOff x="3490632" y="2669890"/>
            <a:chExt cx="278261" cy="152925"/>
          </a:xfrm>
        </p:grpSpPr>
        <p:sp>
          <p:nvSpPr>
            <p:cNvPr id="13" name="Oval 12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23173" y="269275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3711527" y="2777095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932437" y="2692750"/>
            <a:ext cx="166907" cy="152847"/>
            <a:chOff x="3909725" y="2706151"/>
            <a:chExt cx="166907" cy="152847"/>
          </a:xfrm>
        </p:grpSpPr>
        <p:grpSp>
          <p:nvGrpSpPr>
            <p:cNvPr id="35" name="Group 34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34" name="Group 33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33" name="Group 3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32" name="Group 31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9" name="Wave 18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30" name="Straight Connector 29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Connector 3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9" name="Straight Connector 28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8" name="Straight Connector 27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Straight Connector 26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Oval 40"/>
          <p:cNvSpPr/>
          <p:nvPr/>
        </p:nvSpPr>
        <p:spPr>
          <a:xfrm>
            <a:off x="4143375" y="2707639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1562100" y="3586106"/>
            <a:ext cx="1717870" cy="4774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562100" y="2573353"/>
            <a:ext cx="64604" cy="106049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260309" y="244760"/>
            <a:ext cx="50450" cy="224533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562100" y="244759"/>
            <a:ext cx="60786" cy="1949703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562100" y="2153023"/>
            <a:ext cx="480189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c 46"/>
          <p:cNvSpPr/>
          <p:nvPr/>
        </p:nvSpPr>
        <p:spPr>
          <a:xfrm rot="5400000">
            <a:off x="1181322" y="1751393"/>
            <a:ext cx="843476" cy="843476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06032" y="1767459"/>
            <a:ext cx="189863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854236" y="1765439"/>
            <a:ext cx="707864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 rot="16200000">
            <a:off x="117411" y="1534696"/>
            <a:ext cx="509226" cy="47741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c 50"/>
          <p:cNvSpPr/>
          <p:nvPr/>
        </p:nvSpPr>
        <p:spPr>
          <a:xfrm>
            <a:off x="-153516" y="1303953"/>
            <a:ext cx="1000458" cy="10004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402615" y="2627250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95895" y="911753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Kitchen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87" name="Group 86"/>
          <p:cNvGrpSpPr/>
          <p:nvPr/>
        </p:nvGrpSpPr>
        <p:grpSpPr>
          <a:xfrm>
            <a:off x="4045394" y="3235609"/>
            <a:ext cx="1053212" cy="1386183"/>
            <a:chOff x="4045394" y="3424269"/>
            <a:chExt cx="1053212" cy="1386183"/>
          </a:xfrm>
        </p:grpSpPr>
        <p:grpSp>
          <p:nvGrpSpPr>
            <p:cNvPr id="80" name="Group 79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76" name="Group 75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71" name="Group 70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67" name="Group 66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65" name="Group 64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7" name="Rectangle 6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4" name="Rectangle 63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66" name="Flowchart: Decision 65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8" name="Flowchart: Decision 67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70" name="Decagon 69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2" name="L-Shape 71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L-Shape 72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L-Shape 74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L-Shape 73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9" name="Oval 78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5" name="Rectangle 84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315930" y="2260280"/>
            <a:ext cx="1053212" cy="1386183"/>
            <a:chOff x="4045394" y="3424269"/>
            <a:chExt cx="1053212" cy="1386183"/>
          </a:xfrm>
        </p:grpSpPr>
        <p:grpSp>
          <p:nvGrpSpPr>
            <p:cNvPr id="97" name="Group 96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100" name="Group 99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110" name="Group 109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115" name="Group 114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117" name="Group 116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120" name="Rectangle 119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1" name="Rectangle 120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118" name="Flowchart: Decision 117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Flowchart: Decision 118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16" name="Decagon 115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1" name="L-Shape 110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L-Shape 111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L-Shape 112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L-Shape 113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1" name="Oval 100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8" name="Rectangle 97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06032" y="4260850"/>
            <a:ext cx="943605" cy="644240"/>
            <a:chOff x="206032" y="4254500"/>
            <a:chExt cx="1323707" cy="644240"/>
          </a:xfrm>
        </p:grpSpPr>
        <p:grpSp>
          <p:nvGrpSpPr>
            <p:cNvPr id="58" name="Group 57"/>
            <p:cNvGrpSpPr/>
            <p:nvPr/>
          </p:nvGrpSpPr>
          <p:grpSpPr>
            <a:xfrm>
              <a:off x="206032" y="4254500"/>
              <a:ext cx="1323707" cy="644240"/>
              <a:chOff x="238393" y="4254500"/>
              <a:chExt cx="1323707" cy="6442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/>
              <p:cNvSpPr/>
              <p:nvPr/>
            </p:nvSpPr>
            <p:spPr>
              <a:xfrm>
                <a:off x="240607" y="4254500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Rectangle 56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2" name="TextBox 121"/>
            <p:cNvSpPr txBox="1"/>
            <p:nvPr/>
          </p:nvSpPr>
          <p:spPr>
            <a:xfrm>
              <a:off x="235250" y="4310828"/>
              <a:ext cx="102014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Wine Cellar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25" name="Rectangle 124"/>
          <p:cNvSpPr/>
          <p:nvPr/>
        </p:nvSpPr>
        <p:spPr>
          <a:xfrm>
            <a:off x="1394233" y="3919206"/>
            <a:ext cx="1885738" cy="72391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Dining Table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1691316" y="3145469"/>
            <a:ext cx="1089273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5833486" y="244760"/>
            <a:ext cx="50205" cy="161817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5213350" y="1823575"/>
            <a:ext cx="668346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Arc 129"/>
          <p:cNvSpPr/>
          <p:nvPr/>
        </p:nvSpPr>
        <p:spPr>
          <a:xfrm rot="10800000">
            <a:off x="5229067" y="1206392"/>
            <a:ext cx="1305258" cy="13052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/>
          <p:cNvSpPr txBox="1"/>
          <p:nvPr/>
        </p:nvSpPr>
        <p:spPr>
          <a:xfrm>
            <a:off x="3989189" y="1870556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Large Bedroom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34" name="Group 133"/>
          <p:cNvGrpSpPr/>
          <p:nvPr/>
        </p:nvGrpSpPr>
        <p:grpSpPr>
          <a:xfrm>
            <a:off x="4446420" y="349588"/>
            <a:ext cx="1297188" cy="1229227"/>
            <a:chOff x="4446420" y="349588"/>
            <a:chExt cx="1297188" cy="1229227"/>
          </a:xfrm>
        </p:grpSpPr>
        <p:sp>
          <p:nvSpPr>
            <p:cNvPr id="132" name="Rectangle 131"/>
            <p:cNvSpPr/>
            <p:nvPr/>
          </p:nvSpPr>
          <p:spPr>
            <a:xfrm>
              <a:off x="4446420" y="349588"/>
              <a:ext cx="1297188" cy="1229227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4488130" y="397914"/>
              <a:ext cx="1205532" cy="1125182"/>
            </a:xfrm>
            <a:prstGeom prst="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5" name="Rounded Rectangle 134"/>
          <p:cNvSpPr/>
          <p:nvPr/>
        </p:nvSpPr>
        <p:spPr>
          <a:xfrm>
            <a:off x="4547852" y="455883"/>
            <a:ext cx="517900" cy="30979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ounded Rectangle 136"/>
          <p:cNvSpPr/>
          <p:nvPr/>
        </p:nvSpPr>
        <p:spPr>
          <a:xfrm>
            <a:off x="5124686" y="455883"/>
            <a:ext cx="517900" cy="30979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4488130" y="806717"/>
            <a:ext cx="1205532" cy="71637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 rot="16200000">
            <a:off x="2969791" y="1737036"/>
            <a:ext cx="1107173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Wardrobe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40" name="Rectangle 139"/>
          <p:cNvSpPr/>
          <p:nvPr/>
        </p:nvSpPr>
        <p:spPr>
          <a:xfrm rot="16200000">
            <a:off x="3117470" y="626647"/>
            <a:ext cx="826386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46" name="Group 145"/>
          <p:cNvGrpSpPr/>
          <p:nvPr/>
        </p:nvGrpSpPr>
        <p:grpSpPr>
          <a:xfrm>
            <a:off x="1327762" y="687030"/>
            <a:ext cx="229766" cy="717513"/>
            <a:chOff x="2873773" y="858073"/>
            <a:chExt cx="367513" cy="2710004"/>
          </a:xfrm>
        </p:grpSpPr>
        <p:sp>
          <p:nvSpPr>
            <p:cNvPr id="126" name="Rectangle 125"/>
            <p:cNvSpPr/>
            <p:nvPr/>
          </p:nvSpPr>
          <p:spPr>
            <a:xfrm>
              <a:off x="2873773" y="858073"/>
              <a:ext cx="361311" cy="2710004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3096246" y="858073"/>
              <a:ext cx="145040" cy="2710004"/>
            </a:xfrm>
            <a:prstGeom prst="rect">
              <a:avLst/>
            </a:prstGeom>
            <a:solidFill>
              <a:srgbClr val="0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2" name="Rectangle 141"/>
          <p:cNvSpPr/>
          <p:nvPr/>
        </p:nvSpPr>
        <p:spPr>
          <a:xfrm>
            <a:off x="6933610" y="244760"/>
            <a:ext cx="45719" cy="376939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6970415" y="3968437"/>
            <a:ext cx="668346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Arc 143"/>
          <p:cNvSpPr/>
          <p:nvPr/>
        </p:nvSpPr>
        <p:spPr>
          <a:xfrm rot="5400000">
            <a:off x="6314211" y="3347682"/>
            <a:ext cx="1305258" cy="13052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6933610" y="4634492"/>
            <a:ext cx="45719" cy="27059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9" name="Group 148"/>
          <p:cNvGrpSpPr/>
          <p:nvPr/>
        </p:nvGrpSpPr>
        <p:grpSpPr>
          <a:xfrm>
            <a:off x="1244401" y="1442365"/>
            <a:ext cx="281090" cy="281090"/>
            <a:chOff x="2836912" y="3174001"/>
            <a:chExt cx="377756" cy="377756"/>
          </a:xfrm>
        </p:grpSpPr>
        <p:sp>
          <p:nvSpPr>
            <p:cNvPr id="147" name="Oval 14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Oval 14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0" name="Rectangle 149"/>
          <p:cNvSpPr/>
          <p:nvPr/>
        </p:nvSpPr>
        <p:spPr>
          <a:xfrm>
            <a:off x="7508184" y="300590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7508184" y="1012459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7508184" y="1727778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7508184" y="2439647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7508184" y="3160807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8401050" y="3881968"/>
            <a:ext cx="404620" cy="95912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7" name="Group 156"/>
          <p:cNvGrpSpPr/>
          <p:nvPr/>
        </p:nvGrpSpPr>
        <p:grpSpPr>
          <a:xfrm rot="5400000">
            <a:off x="8524977" y="4474615"/>
            <a:ext cx="166907" cy="152847"/>
            <a:chOff x="3909725" y="2706151"/>
            <a:chExt cx="166907" cy="152847"/>
          </a:xfrm>
        </p:grpSpPr>
        <p:grpSp>
          <p:nvGrpSpPr>
            <p:cNvPr id="158" name="Group 157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161" name="Group 160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163" name="Group 16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165" name="Group 164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67" name="Wave 166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168" name="Straight Connector 167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66" name="Straight Connector 165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4" name="Straight Connector 163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2" name="Straight Connector 161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Straight Connector 158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1" name="Oval 170"/>
          <p:cNvSpPr/>
          <p:nvPr/>
        </p:nvSpPr>
        <p:spPr>
          <a:xfrm>
            <a:off x="8676525" y="4687053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/>
          <p:cNvSpPr txBox="1"/>
          <p:nvPr/>
        </p:nvSpPr>
        <p:spPr>
          <a:xfrm>
            <a:off x="7380376" y="4591029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Library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73" name="Group 172"/>
          <p:cNvGrpSpPr/>
          <p:nvPr/>
        </p:nvGrpSpPr>
        <p:grpSpPr>
          <a:xfrm>
            <a:off x="8446705" y="3928700"/>
            <a:ext cx="285939" cy="199686"/>
            <a:chOff x="3488228" y="2647721"/>
            <a:chExt cx="285939" cy="199686"/>
          </a:xfrm>
        </p:grpSpPr>
        <p:sp>
          <p:nvSpPr>
            <p:cNvPr id="174" name="Oval 173"/>
            <p:cNvSpPr/>
            <p:nvPr/>
          </p:nvSpPr>
          <p:spPr>
            <a:xfrm>
              <a:off x="3541943" y="264772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/>
            <p:cNvSpPr/>
            <p:nvPr/>
          </p:nvSpPr>
          <p:spPr>
            <a:xfrm>
              <a:off x="3587663" y="2742091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/>
            <p:cNvSpPr/>
            <p:nvPr/>
          </p:nvSpPr>
          <p:spPr>
            <a:xfrm>
              <a:off x="3681335" y="2652804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/>
            <p:cNvSpPr/>
            <p:nvPr/>
          </p:nvSpPr>
          <p:spPr>
            <a:xfrm>
              <a:off x="3728447" y="2801687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/>
            <p:cNvSpPr/>
            <p:nvPr/>
          </p:nvSpPr>
          <p:spPr>
            <a:xfrm>
              <a:off x="3488228" y="2726409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4" name="Group 183"/>
          <p:cNvGrpSpPr/>
          <p:nvPr/>
        </p:nvGrpSpPr>
        <p:grpSpPr>
          <a:xfrm rot="5400000">
            <a:off x="5743002" y="389378"/>
            <a:ext cx="1323707" cy="1030308"/>
            <a:chOff x="206032" y="4254498"/>
            <a:chExt cx="1323707" cy="644242"/>
          </a:xfrm>
        </p:grpSpPr>
        <p:grpSp>
          <p:nvGrpSpPr>
            <p:cNvPr id="185" name="Group 184"/>
            <p:cNvGrpSpPr/>
            <p:nvPr/>
          </p:nvGrpSpPr>
          <p:grpSpPr>
            <a:xfrm>
              <a:off x="206032" y="4254498"/>
              <a:ext cx="1323707" cy="644242"/>
              <a:chOff x="238393" y="4254498"/>
              <a:chExt cx="1323707" cy="644242"/>
            </a:xfrm>
          </p:grpSpPr>
          <p:sp>
            <p:nvSpPr>
              <p:cNvPr id="187" name="Rectangle 186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/>
              <p:cNvSpPr/>
              <p:nvPr/>
            </p:nvSpPr>
            <p:spPr>
              <a:xfrm>
                <a:off x="240608" y="4254498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6" name="TextBox 185"/>
            <p:cNvSpPr txBox="1"/>
            <p:nvPr/>
          </p:nvSpPr>
          <p:spPr>
            <a:xfrm rot="16200000">
              <a:off x="286146" y="4305181"/>
              <a:ext cx="537884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Second Floor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80" name="Rectangle 179"/>
          <p:cNvSpPr/>
          <p:nvPr/>
        </p:nvSpPr>
        <p:spPr>
          <a:xfrm>
            <a:off x="234347" y="268747"/>
            <a:ext cx="1089273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sp>
        <p:nvSpPr>
          <p:cNvPr id="182" name="Rectangle 181"/>
          <p:cNvSpPr/>
          <p:nvPr/>
        </p:nvSpPr>
        <p:spPr>
          <a:xfrm flipH="1">
            <a:off x="2861180" y="344364"/>
            <a:ext cx="49402" cy="10086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600288" y="435595"/>
            <a:ext cx="1310397" cy="231807"/>
            <a:chOff x="1600288" y="435595"/>
            <a:chExt cx="1310397" cy="231807"/>
          </a:xfrm>
        </p:grpSpPr>
        <p:sp>
          <p:nvSpPr>
            <p:cNvPr id="181" name="Rectangle 180"/>
            <p:cNvSpPr/>
            <p:nvPr/>
          </p:nvSpPr>
          <p:spPr>
            <a:xfrm>
              <a:off x="1600288" y="435595"/>
              <a:ext cx="1310397" cy="231807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Bar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1630117" y="581981"/>
              <a:ext cx="1274745" cy="85421"/>
            </a:xfrm>
            <a:prstGeom prst="rect">
              <a:avLst/>
            </a:prstGeom>
            <a:solidFill>
              <a:srgbClr val="0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96" name="Oval 195"/>
          <p:cNvSpPr/>
          <p:nvPr/>
        </p:nvSpPr>
        <p:spPr>
          <a:xfrm>
            <a:off x="1714817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8" name="Oval 197"/>
          <p:cNvSpPr/>
          <p:nvPr/>
        </p:nvSpPr>
        <p:spPr>
          <a:xfrm>
            <a:off x="1910019" y="694876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9" name="Oval 198"/>
          <p:cNvSpPr/>
          <p:nvPr/>
        </p:nvSpPr>
        <p:spPr>
          <a:xfrm>
            <a:off x="2086776" y="741415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0" name="Oval 199"/>
          <p:cNvSpPr/>
          <p:nvPr/>
        </p:nvSpPr>
        <p:spPr>
          <a:xfrm>
            <a:off x="2262193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Oval 200"/>
          <p:cNvSpPr/>
          <p:nvPr/>
        </p:nvSpPr>
        <p:spPr>
          <a:xfrm>
            <a:off x="2455026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2" name="Oval 201"/>
          <p:cNvSpPr/>
          <p:nvPr/>
        </p:nvSpPr>
        <p:spPr>
          <a:xfrm>
            <a:off x="2654606" y="710441"/>
            <a:ext cx="109410" cy="109410"/>
          </a:xfrm>
          <a:prstGeom prst="ellipse">
            <a:avLst/>
          </a:prstGeom>
          <a:solidFill>
            <a:srgbClr val="492207"/>
          </a:solidFill>
          <a:ln w="571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2853072" y="1420610"/>
            <a:ext cx="375115" cy="784067"/>
            <a:chOff x="2840255" y="1727778"/>
            <a:chExt cx="375115" cy="784067"/>
          </a:xfrm>
        </p:grpSpPr>
        <p:sp>
          <p:nvSpPr>
            <p:cNvPr id="3" name="Rounded Rectangle 2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Rounded Rectangle 202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Rounded Rectangle 204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Rounded Rectangle 205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/>
          <p:cNvGrpSpPr/>
          <p:nvPr/>
        </p:nvGrpSpPr>
        <p:grpSpPr>
          <a:xfrm>
            <a:off x="2840770" y="2252136"/>
            <a:ext cx="375115" cy="784067"/>
            <a:chOff x="2840255" y="1727778"/>
            <a:chExt cx="375115" cy="784067"/>
          </a:xfrm>
        </p:grpSpPr>
        <p:sp>
          <p:nvSpPr>
            <p:cNvPr id="209" name="Rounded Rectangle 208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ounded Rectangle 209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ounded Rectangle 210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ounded Rectangle 212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4" name="Rectangle 213"/>
          <p:cNvSpPr/>
          <p:nvPr/>
        </p:nvSpPr>
        <p:spPr>
          <a:xfrm>
            <a:off x="2889014" y="1019237"/>
            <a:ext cx="31490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6" name="Group 215"/>
          <p:cNvGrpSpPr/>
          <p:nvPr/>
        </p:nvGrpSpPr>
        <p:grpSpPr>
          <a:xfrm rot="9900000">
            <a:off x="2885213" y="3207137"/>
            <a:ext cx="281090" cy="281090"/>
            <a:chOff x="2836912" y="3174001"/>
            <a:chExt cx="377756" cy="377756"/>
          </a:xfrm>
        </p:grpSpPr>
        <p:sp>
          <p:nvSpPr>
            <p:cNvPr id="217" name="Oval 21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 w="57150"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8" name="Oval 21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9" name="Group 218"/>
          <p:cNvGrpSpPr/>
          <p:nvPr/>
        </p:nvGrpSpPr>
        <p:grpSpPr>
          <a:xfrm rot="5400000">
            <a:off x="2953336" y="1084844"/>
            <a:ext cx="180369" cy="137161"/>
            <a:chOff x="3490632" y="2669890"/>
            <a:chExt cx="180369" cy="137161"/>
          </a:xfrm>
        </p:grpSpPr>
        <p:sp>
          <p:nvSpPr>
            <p:cNvPr id="220" name="Oval 219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2" name="Rectangle 231"/>
          <p:cNvSpPr/>
          <p:nvPr/>
        </p:nvSpPr>
        <p:spPr>
          <a:xfrm>
            <a:off x="1613890" y="247472"/>
            <a:ext cx="1249671" cy="68429"/>
          </a:xfrm>
          <a:prstGeom prst="rect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3" name="Group 232"/>
          <p:cNvGrpSpPr/>
          <p:nvPr/>
        </p:nvGrpSpPr>
        <p:grpSpPr>
          <a:xfrm rot="16200000">
            <a:off x="1845781" y="889468"/>
            <a:ext cx="721628" cy="949770"/>
            <a:chOff x="4045394" y="3424269"/>
            <a:chExt cx="1053212" cy="1386183"/>
          </a:xfrm>
        </p:grpSpPr>
        <p:grpSp>
          <p:nvGrpSpPr>
            <p:cNvPr id="234" name="Group 233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237" name="Group 236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247" name="Group 246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252" name="Group 251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254" name="Group 253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257" name="Rectangle 256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258" name="Rectangle 257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255" name="Flowchart: Decision 254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56" name="Flowchart: Decision 255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53" name="Decagon 252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48" name="L-Shape 247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9" name="L-Shape 248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0" name="L-Shape 249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1" name="L-Shape 250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8" name="Oval 237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5" name="Rectangle 234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1833705" y="2590351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Drawing 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1650738" y="450412"/>
            <a:ext cx="394624" cy="119516"/>
            <a:chOff x="1650738" y="450412"/>
            <a:chExt cx="394624" cy="119516"/>
          </a:xfrm>
        </p:grpSpPr>
        <p:sp>
          <p:nvSpPr>
            <p:cNvPr id="18" name="Oval 17"/>
            <p:cNvSpPr/>
            <p:nvPr/>
          </p:nvSpPr>
          <p:spPr>
            <a:xfrm>
              <a:off x="1653811" y="52345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5" name="Oval 224"/>
            <p:cNvSpPr/>
            <p:nvPr/>
          </p:nvSpPr>
          <p:spPr>
            <a:xfrm>
              <a:off x="1722654" y="52330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6" name="Oval 225"/>
            <p:cNvSpPr/>
            <p:nvPr/>
          </p:nvSpPr>
          <p:spPr>
            <a:xfrm>
              <a:off x="1791645" y="524208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7" name="Oval 226"/>
            <p:cNvSpPr/>
            <p:nvPr/>
          </p:nvSpPr>
          <p:spPr>
            <a:xfrm>
              <a:off x="1858107" y="52405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8" name="Oval 227"/>
            <p:cNvSpPr/>
            <p:nvPr/>
          </p:nvSpPr>
          <p:spPr>
            <a:xfrm>
              <a:off x="1650738" y="45409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9" name="Oval 228"/>
            <p:cNvSpPr/>
            <p:nvPr/>
          </p:nvSpPr>
          <p:spPr>
            <a:xfrm>
              <a:off x="1719581" y="45394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0" name="Oval 229"/>
            <p:cNvSpPr/>
            <p:nvPr/>
          </p:nvSpPr>
          <p:spPr>
            <a:xfrm>
              <a:off x="1788572" y="454846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1" name="Oval 230"/>
            <p:cNvSpPr/>
            <p:nvPr/>
          </p:nvSpPr>
          <p:spPr>
            <a:xfrm>
              <a:off x="1855034" y="45469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9" name="Oval 258"/>
            <p:cNvSpPr/>
            <p:nvPr/>
          </p:nvSpPr>
          <p:spPr>
            <a:xfrm>
              <a:off x="1927854" y="522003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0" name="Oval 259"/>
            <p:cNvSpPr/>
            <p:nvPr/>
          </p:nvSpPr>
          <p:spPr>
            <a:xfrm>
              <a:off x="1924781" y="452641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1" name="Oval 260"/>
            <p:cNvSpPr/>
            <p:nvPr/>
          </p:nvSpPr>
          <p:spPr>
            <a:xfrm>
              <a:off x="1999642" y="519774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2" name="Oval 261"/>
            <p:cNvSpPr/>
            <p:nvPr/>
          </p:nvSpPr>
          <p:spPr>
            <a:xfrm>
              <a:off x="1996569" y="450412"/>
              <a:ext cx="45720" cy="4572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4" name="Rounded Rectangle 23"/>
          <p:cNvSpPr/>
          <p:nvPr/>
        </p:nvSpPr>
        <p:spPr>
          <a:xfrm>
            <a:off x="2834651" y="519086"/>
            <a:ext cx="45719" cy="45719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4" name="Rounded Rectangle 263"/>
          <p:cNvSpPr/>
          <p:nvPr/>
        </p:nvSpPr>
        <p:spPr>
          <a:xfrm>
            <a:off x="2651569" y="496226"/>
            <a:ext cx="45719" cy="4571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745330" y="520914"/>
            <a:ext cx="45719" cy="45719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" name="Oval 266"/>
          <p:cNvSpPr/>
          <p:nvPr/>
        </p:nvSpPr>
        <p:spPr>
          <a:xfrm>
            <a:off x="2770320" y="450506"/>
            <a:ext cx="45719" cy="45719"/>
          </a:xfrm>
          <a:prstGeom prst="ellipse">
            <a:avLst/>
          </a:prstGeom>
          <a:solidFill>
            <a:schemeClr val="accent4">
              <a:lumMod val="50000"/>
            </a:schemeClr>
          </a:solidFill>
          <a:ln w="28575">
            <a:solidFill>
              <a:srgbClr val="ADB9CA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3" name="Group 262"/>
          <p:cNvGrpSpPr/>
          <p:nvPr/>
        </p:nvGrpSpPr>
        <p:grpSpPr>
          <a:xfrm rot="16200000">
            <a:off x="1073276" y="1670646"/>
            <a:ext cx="294854" cy="616305"/>
            <a:chOff x="2840255" y="1727778"/>
            <a:chExt cx="375115" cy="784067"/>
          </a:xfrm>
        </p:grpSpPr>
        <p:sp>
          <p:nvSpPr>
            <p:cNvPr id="265" name="Rounded Rectangle 264"/>
            <p:cNvSpPr/>
            <p:nvPr/>
          </p:nvSpPr>
          <p:spPr>
            <a:xfrm>
              <a:off x="2840255" y="1727778"/>
              <a:ext cx="375115" cy="784067"/>
            </a:xfrm>
            <a:prstGeom prst="round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Rounded Rectangle 265"/>
            <p:cNvSpPr/>
            <p:nvPr/>
          </p:nvSpPr>
          <p:spPr>
            <a:xfrm>
              <a:off x="3005234" y="1790663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ounded Rectangle 267"/>
            <p:cNvSpPr/>
            <p:nvPr/>
          </p:nvSpPr>
          <p:spPr>
            <a:xfrm>
              <a:off x="3005234" y="2126935"/>
              <a:ext cx="169472" cy="317138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/>
            <p:cNvSpPr/>
            <p:nvPr/>
          </p:nvSpPr>
          <p:spPr>
            <a:xfrm>
              <a:off x="2876197" y="2455912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ounded Rectangle 269"/>
            <p:cNvSpPr/>
            <p:nvPr/>
          </p:nvSpPr>
          <p:spPr>
            <a:xfrm>
              <a:off x="2869623" y="1736815"/>
              <a:ext cx="311241" cy="45719"/>
            </a:xfrm>
            <a:prstGeom prst="roundRect">
              <a:avLst/>
            </a:prstGeom>
            <a:solidFill>
              <a:srgbClr val="000000">
                <a:alpha val="3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95794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</TotalTime>
  <Words>24</Words>
  <Application>Microsoft Office PowerPoint</Application>
  <PresentationFormat>On-screen Show (16:9)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Libre Baskerville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88</cp:revision>
  <dcterms:created xsi:type="dcterms:W3CDTF">2026-07-18T12:36:53Z</dcterms:created>
  <dcterms:modified xsi:type="dcterms:W3CDTF">2026-07-20T12:46:31Z</dcterms:modified>
</cp:coreProperties>
</file>