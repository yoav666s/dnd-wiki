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22E0A"/>
    <a:srgbClr val="492207"/>
    <a:srgbClr val="000000"/>
    <a:srgbClr val="ADB9CA"/>
    <a:srgbClr val="4C0000"/>
    <a:srgbClr val="7E0000"/>
    <a:srgbClr val="7F7F7F"/>
    <a:srgbClr val="7F6000"/>
    <a:srgbClr val="F8F8F8"/>
    <a:srgbClr val="6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400" d="100"/>
          <a:sy n="400" d="100"/>
        </p:scale>
        <p:origin x="-11406" y="-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06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90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57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073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75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50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68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345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50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9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49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47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roup 289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grpSp>
          <p:nvGrpSpPr>
            <p:cNvPr id="288" name="Group 287"/>
            <p:cNvGrpSpPr/>
            <p:nvPr/>
          </p:nvGrpSpPr>
          <p:grpSpPr>
            <a:xfrm>
              <a:off x="0" y="0"/>
              <a:ext cx="9144000" cy="5143500"/>
              <a:chOff x="0" y="0"/>
              <a:chExt cx="9144000" cy="514350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0" y="0"/>
                <a:ext cx="9144000" cy="5143500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" name="Rectangle 286"/>
              <p:cNvSpPr/>
              <p:nvPr/>
            </p:nvSpPr>
            <p:spPr>
              <a:xfrm>
                <a:off x="209889" y="245553"/>
                <a:ext cx="8652116" cy="4660330"/>
              </a:xfrm>
              <a:prstGeom prst="rect">
                <a:avLst/>
              </a:prstGeom>
              <a:solidFill>
                <a:srgbClr val="622E0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89" name="Picture 28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515" y="250077"/>
              <a:ext cx="8650151" cy="4653562"/>
            </a:xfrm>
            <a:prstGeom prst="rect">
              <a:avLst/>
            </a:prstGeom>
          </p:spPr>
        </p:pic>
      </p:grpSp>
      <p:sp>
        <p:nvSpPr>
          <p:cNvPr id="5" name="Rectangle 4"/>
          <p:cNvSpPr/>
          <p:nvPr/>
        </p:nvSpPr>
        <p:spPr>
          <a:xfrm>
            <a:off x="4110038" y="4904432"/>
            <a:ext cx="1283232" cy="23906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smtClean="0">
                <a:solidFill>
                  <a:srgbClr val="622E0A"/>
                </a:solidFill>
                <a:latin typeface="Libre Baskerville" panose="02000000000000000000" pitchFamily="2" charset="0"/>
              </a:rPr>
              <a:t>Foyer</a:t>
            </a:r>
            <a:endParaRPr lang="en-US" sz="12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80196" y="2575312"/>
            <a:ext cx="80791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/>
          <p:cNvGrpSpPr/>
          <p:nvPr/>
        </p:nvGrpSpPr>
        <p:grpSpPr>
          <a:xfrm>
            <a:off x="3349422" y="2662690"/>
            <a:ext cx="278261" cy="152925"/>
            <a:chOff x="3490632" y="2669890"/>
            <a:chExt cx="278261" cy="152925"/>
          </a:xfrm>
        </p:grpSpPr>
        <p:sp>
          <p:nvSpPr>
            <p:cNvPr id="13" name="Oval 12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23173" y="269275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3711527" y="2777095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779203" y="2693471"/>
            <a:ext cx="166907" cy="152847"/>
            <a:chOff x="3909725" y="2706151"/>
            <a:chExt cx="166907" cy="152847"/>
          </a:xfrm>
        </p:grpSpPr>
        <p:grpSp>
          <p:nvGrpSpPr>
            <p:cNvPr id="35" name="Group 34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34" name="Group 33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33" name="Group 3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32" name="Group 31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9" name="Wave 18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30" name="Straight Connector 29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" name="Straight Connector 30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Connector 3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9" name="Straight Connector 28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8" name="Straight Connector 27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Straight Connector 26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Oval 40"/>
          <p:cNvSpPr/>
          <p:nvPr/>
        </p:nvSpPr>
        <p:spPr>
          <a:xfrm>
            <a:off x="3984907" y="2707638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c 46"/>
          <p:cNvSpPr/>
          <p:nvPr/>
        </p:nvSpPr>
        <p:spPr>
          <a:xfrm rot="5400000">
            <a:off x="1117216" y="1760812"/>
            <a:ext cx="767470" cy="860231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c 50"/>
          <p:cNvSpPr/>
          <p:nvPr/>
        </p:nvSpPr>
        <p:spPr>
          <a:xfrm>
            <a:off x="209888" y="1429631"/>
            <a:ext cx="893339" cy="728991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972318" y="2572652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95895" y="911753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Kitchen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23" name="Group 122"/>
          <p:cNvGrpSpPr/>
          <p:nvPr/>
        </p:nvGrpSpPr>
        <p:grpSpPr>
          <a:xfrm>
            <a:off x="206032" y="4131778"/>
            <a:ext cx="1304039" cy="773312"/>
            <a:chOff x="206032" y="4254500"/>
            <a:chExt cx="1323707" cy="644240"/>
          </a:xfrm>
        </p:grpSpPr>
        <p:grpSp>
          <p:nvGrpSpPr>
            <p:cNvPr id="58" name="Group 57"/>
            <p:cNvGrpSpPr/>
            <p:nvPr/>
          </p:nvGrpSpPr>
          <p:grpSpPr>
            <a:xfrm>
              <a:off x="206032" y="4254500"/>
              <a:ext cx="1323707" cy="644240"/>
              <a:chOff x="238393" y="4254500"/>
              <a:chExt cx="1323707" cy="64424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/>
              <p:cNvSpPr/>
              <p:nvPr/>
            </p:nvSpPr>
            <p:spPr>
              <a:xfrm>
                <a:off x="240607" y="4254500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Rectangle 56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2" name="TextBox 121"/>
            <p:cNvSpPr txBox="1"/>
            <p:nvPr/>
          </p:nvSpPr>
          <p:spPr>
            <a:xfrm>
              <a:off x="235250" y="4310828"/>
              <a:ext cx="102014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Wine Cellar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27" name="Rectangle 126"/>
          <p:cNvSpPr/>
          <p:nvPr/>
        </p:nvSpPr>
        <p:spPr>
          <a:xfrm>
            <a:off x="1956573" y="3344733"/>
            <a:ext cx="850256" cy="353257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sp>
        <p:nvSpPr>
          <p:cNvPr id="130" name="Arc 129"/>
          <p:cNvSpPr/>
          <p:nvPr/>
        </p:nvSpPr>
        <p:spPr>
          <a:xfrm rot="10800000">
            <a:off x="5844500" y="1439794"/>
            <a:ext cx="861100" cy="726985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/>
          <p:cNvSpPr txBox="1"/>
          <p:nvPr/>
        </p:nvSpPr>
        <p:spPr>
          <a:xfrm>
            <a:off x="4254128" y="1533316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Large Bedroom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60" name="Group 59"/>
          <p:cNvGrpSpPr/>
          <p:nvPr/>
        </p:nvGrpSpPr>
        <p:grpSpPr>
          <a:xfrm>
            <a:off x="5015145" y="268748"/>
            <a:ext cx="791983" cy="750490"/>
            <a:chOff x="4446420" y="349588"/>
            <a:chExt cx="1297188" cy="1229227"/>
          </a:xfrm>
        </p:grpSpPr>
        <p:grpSp>
          <p:nvGrpSpPr>
            <p:cNvPr id="134" name="Group 133"/>
            <p:cNvGrpSpPr/>
            <p:nvPr/>
          </p:nvGrpSpPr>
          <p:grpSpPr>
            <a:xfrm>
              <a:off x="4446420" y="349588"/>
              <a:ext cx="1297188" cy="1229227"/>
              <a:chOff x="4446420" y="349588"/>
              <a:chExt cx="1297188" cy="1229227"/>
            </a:xfrm>
          </p:grpSpPr>
          <p:sp>
            <p:nvSpPr>
              <p:cNvPr id="132" name="Rectangle 131"/>
              <p:cNvSpPr/>
              <p:nvPr/>
            </p:nvSpPr>
            <p:spPr>
              <a:xfrm>
                <a:off x="4446420" y="349588"/>
                <a:ext cx="1297188" cy="1229227"/>
              </a:xfrm>
              <a:prstGeom prst="rect">
                <a:avLst/>
              </a:prstGeom>
              <a:solidFill>
                <a:srgbClr val="49220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Rectangle 132"/>
              <p:cNvSpPr/>
              <p:nvPr/>
            </p:nvSpPr>
            <p:spPr>
              <a:xfrm>
                <a:off x="4488130" y="397914"/>
                <a:ext cx="1205532" cy="1125182"/>
              </a:xfrm>
              <a:prstGeom prst="rect">
                <a:avLst/>
              </a:prstGeom>
              <a:solidFill>
                <a:srgbClr val="7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5" name="Rounded Rectangle 134"/>
            <p:cNvSpPr/>
            <p:nvPr/>
          </p:nvSpPr>
          <p:spPr>
            <a:xfrm>
              <a:off x="4547852" y="455883"/>
              <a:ext cx="517900" cy="3097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5124686" y="455883"/>
              <a:ext cx="517900" cy="3097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4488130" y="806717"/>
              <a:ext cx="1205532" cy="71637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9" name="Rectangle 138"/>
          <p:cNvSpPr/>
          <p:nvPr/>
        </p:nvSpPr>
        <p:spPr>
          <a:xfrm rot="16200000">
            <a:off x="2919732" y="1779975"/>
            <a:ext cx="1107173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Wardrobe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40" name="Rectangle 139"/>
          <p:cNvSpPr/>
          <p:nvPr/>
        </p:nvSpPr>
        <p:spPr>
          <a:xfrm rot="16200000">
            <a:off x="3102062" y="442218"/>
            <a:ext cx="739842" cy="382798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sz="1200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46" name="Group 145"/>
          <p:cNvGrpSpPr/>
          <p:nvPr/>
        </p:nvGrpSpPr>
        <p:grpSpPr>
          <a:xfrm>
            <a:off x="1255595" y="679876"/>
            <a:ext cx="229766" cy="717513"/>
            <a:chOff x="2873773" y="858073"/>
            <a:chExt cx="367513" cy="2710004"/>
          </a:xfrm>
        </p:grpSpPr>
        <p:sp>
          <p:nvSpPr>
            <p:cNvPr id="126" name="Rectangle 125"/>
            <p:cNvSpPr/>
            <p:nvPr/>
          </p:nvSpPr>
          <p:spPr>
            <a:xfrm>
              <a:off x="2873773" y="858073"/>
              <a:ext cx="361311" cy="2710004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3096246" y="858073"/>
              <a:ext cx="145040" cy="2710004"/>
            </a:xfrm>
            <a:prstGeom prst="rect">
              <a:avLst/>
            </a:prstGeom>
            <a:solidFill>
              <a:srgbClr val="00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4" name="Arc 143"/>
          <p:cNvSpPr/>
          <p:nvPr/>
        </p:nvSpPr>
        <p:spPr>
          <a:xfrm rot="5400000">
            <a:off x="6770284" y="3701762"/>
            <a:ext cx="751283" cy="828264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9" name="Group 148"/>
          <p:cNvGrpSpPr/>
          <p:nvPr/>
        </p:nvGrpSpPr>
        <p:grpSpPr>
          <a:xfrm>
            <a:off x="1150998" y="314274"/>
            <a:ext cx="281090" cy="281090"/>
            <a:chOff x="2836912" y="3174001"/>
            <a:chExt cx="377756" cy="377756"/>
          </a:xfrm>
        </p:grpSpPr>
        <p:sp>
          <p:nvSpPr>
            <p:cNvPr id="147" name="Oval 14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Oval 14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0" name="Rectangle 149"/>
          <p:cNvSpPr/>
          <p:nvPr/>
        </p:nvSpPr>
        <p:spPr>
          <a:xfrm>
            <a:off x="7540308" y="263645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7551608" y="1036028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7540309" y="1804648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7540309" y="2576492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7542734" y="3351755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8433661" y="3920073"/>
            <a:ext cx="404620" cy="95912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7" name="Group 156"/>
          <p:cNvGrpSpPr/>
          <p:nvPr/>
        </p:nvGrpSpPr>
        <p:grpSpPr>
          <a:xfrm rot="5400000">
            <a:off x="8524977" y="4474615"/>
            <a:ext cx="166907" cy="152847"/>
            <a:chOff x="3909725" y="2706151"/>
            <a:chExt cx="166907" cy="152847"/>
          </a:xfrm>
        </p:grpSpPr>
        <p:grpSp>
          <p:nvGrpSpPr>
            <p:cNvPr id="158" name="Group 157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161" name="Group 160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163" name="Group 16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165" name="Group 164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67" name="Wave 166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168" name="Straight Connector 167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66" name="Straight Connector 165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4" name="Straight Connector 163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2" name="Straight Connector 161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Straight Connector 158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1" name="Oval 170"/>
          <p:cNvSpPr/>
          <p:nvPr/>
        </p:nvSpPr>
        <p:spPr>
          <a:xfrm>
            <a:off x="8676525" y="4687053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/>
          <p:cNvSpPr txBox="1"/>
          <p:nvPr/>
        </p:nvSpPr>
        <p:spPr>
          <a:xfrm>
            <a:off x="7380376" y="4591029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Library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73" name="Group 172"/>
          <p:cNvGrpSpPr/>
          <p:nvPr/>
        </p:nvGrpSpPr>
        <p:grpSpPr>
          <a:xfrm>
            <a:off x="8478727" y="3979950"/>
            <a:ext cx="285939" cy="199686"/>
            <a:chOff x="3488228" y="2647721"/>
            <a:chExt cx="285939" cy="199686"/>
          </a:xfrm>
        </p:grpSpPr>
        <p:sp>
          <p:nvSpPr>
            <p:cNvPr id="174" name="Oval 173"/>
            <p:cNvSpPr/>
            <p:nvPr/>
          </p:nvSpPr>
          <p:spPr>
            <a:xfrm>
              <a:off x="3541943" y="264772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/>
            <p:cNvSpPr/>
            <p:nvPr/>
          </p:nvSpPr>
          <p:spPr>
            <a:xfrm>
              <a:off x="3587663" y="2742091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/>
            <p:cNvSpPr/>
            <p:nvPr/>
          </p:nvSpPr>
          <p:spPr>
            <a:xfrm>
              <a:off x="3681335" y="2652804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/>
            <p:cNvSpPr/>
            <p:nvPr/>
          </p:nvSpPr>
          <p:spPr>
            <a:xfrm>
              <a:off x="3728447" y="2801687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/>
            <p:cNvSpPr/>
            <p:nvPr/>
          </p:nvSpPr>
          <p:spPr>
            <a:xfrm>
              <a:off x="3488228" y="2726409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4" name="Group 183"/>
          <p:cNvGrpSpPr/>
          <p:nvPr/>
        </p:nvGrpSpPr>
        <p:grpSpPr>
          <a:xfrm rot="5400000">
            <a:off x="6181938" y="322546"/>
            <a:ext cx="1051176" cy="891585"/>
            <a:chOff x="206032" y="4254498"/>
            <a:chExt cx="1323707" cy="644242"/>
          </a:xfrm>
        </p:grpSpPr>
        <p:grpSp>
          <p:nvGrpSpPr>
            <p:cNvPr id="185" name="Group 184"/>
            <p:cNvGrpSpPr/>
            <p:nvPr/>
          </p:nvGrpSpPr>
          <p:grpSpPr>
            <a:xfrm>
              <a:off x="206032" y="4254498"/>
              <a:ext cx="1323707" cy="644242"/>
              <a:chOff x="238393" y="4254498"/>
              <a:chExt cx="1323707" cy="644242"/>
            </a:xfrm>
          </p:grpSpPr>
          <p:sp>
            <p:nvSpPr>
              <p:cNvPr id="187" name="Rectangle 186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Rectangle 187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 188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Rectangle 189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/>
              <p:cNvSpPr/>
              <p:nvPr/>
            </p:nvSpPr>
            <p:spPr>
              <a:xfrm>
                <a:off x="240608" y="4254498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6" name="TextBox 185"/>
            <p:cNvSpPr txBox="1"/>
            <p:nvPr/>
          </p:nvSpPr>
          <p:spPr>
            <a:xfrm rot="16200000">
              <a:off x="293841" y="4297485"/>
              <a:ext cx="537884" cy="523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sz="1000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Second Floor</a:t>
              </a:r>
              <a:endParaRPr lang="en-US" sz="1000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80" name="Rectangle 179"/>
          <p:cNvSpPr/>
          <p:nvPr/>
        </p:nvSpPr>
        <p:spPr>
          <a:xfrm>
            <a:off x="234348" y="268748"/>
            <a:ext cx="836488" cy="369814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391" name="Group 390"/>
          <p:cNvGrpSpPr/>
          <p:nvPr/>
        </p:nvGrpSpPr>
        <p:grpSpPr>
          <a:xfrm>
            <a:off x="1504412" y="327573"/>
            <a:ext cx="1310540" cy="323038"/>
            <a:chOff x="1600145" y="344364"/>
            <a:chExt cx="1310540" cy="323038"/>
          </a:xfrm>
        </p:grpSpPr>
        <p:sp>
          <p:nvSpPr>
            <p:cNvPr id="182" name="Rectangle 181"/>
            <p:cNvSpPr/>
            <p:nvPr/>
          </p:nvSpPr>
          <p:spPr>
            <a:xfrm flipH="1">
              <a:off x="2861180" y="344364"/>
              <a:ext cx="49402" cy="100860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1600145" y="435595"/>
              <a:ext cx="1310540" cy="231807"/>
              <a:chOff x="1600145" y="435595"/>
              <a:chExt cx="1310540" cy="231807"/>
            </a:xfrm>
          </p:grpSpPr>
          <p:sp>
            <p:nvSpPr>
              <p:cNvPr id="181" name="Rectangle 180"/>
              <p:cNvSpPr/>
              <p:nvPr/>
            </p:nvSpPr>
            <p:spPr>
              <a:xfrm>
                <a:off x="1600288" y="435595"/>
                <a:ext cx="1310397" cy="231807"/>
              </a:xfrm>
              <a:prstGeom prst="rect">
                <a:avLst/>
              </a:prstGeom>
              <a:solidFill>
                <a:srgbClr val="49220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ro-RO" dirty="0" smtClean="0">
                    <a:solidFill>
                      <a:srgbClr val="622E0A"/>
                    </a:solidFill>
                    <a:latin typeface="Libre Baskerville" panose="02000000000000000000" pitchFamily="2" charset="0"/>
                  </a:rPr>
                  <a:t>Bar</a:t>
                </a:r>
                <a:endParaRPr lang="en-US" dirty="0">
                  <a:solidFill>
                    <a:srgbClr val="622E0A"/>
                  </a:solidFill>
                  <a:latin typeface="Libre Baskerville" panose="02000000000000000000" pitchFamily="2" charset="0"/>
                </a:endParaRPr>
              </a:p>
            </p:txBody>
          </p:sp>
          <p:sp>
            <p:nvSpPr>
              <p:cNvPr id="183" name="Rectangle 182"/>
              <p:cNvSpPr/>
              <p:nvPr/>
            </p:nvSpPr>
            <p:spPr>
              <a:xfrm>
                <a:off x="1600145" y="581981"/>
                <a:ext cx="1304717" cy="85421"/>
              </a:xfrm>
              <a:prstGeom prst="rect">
                <a:avLst/>
              </a:prstGeom>
              <a:solidFill>
                <a:srgbClr val="000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92" name="Group 391"/>
          <p:cNvGrpSpPr/>
          <p:nvPr/>
        </p:nvGrpSpPr>
        <p:grpSpPr>
          <a:xfrm>
            <a:off x="1620273" y="695295"/>
            <a:ext cx="1117712" cy="166866"/>
            <a:chOff x="1620273" y="695295"/>
            <a:chExt cx="1117712" cy="166866"/>
          </a:xfrm>
        </p:grpSpPr>
        <p:sp>
          <p:nvSpPr>
            <p:cNvPr id="196" name="Oval 195"/>
            <p:cNvSpPr/>
            <p:nvPr/>
          </p:nvSpPr>
          <p:spPr>
            <a:xfrm>
              <a:off x="1620273" y="69865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Oval 197"/>
            <p:cNvSpPr/>
            <p:nvPr/>
          </p:nvSpPr>
          <p:spPr>
            <a:xfrm>
              <a:off x="1798819" y="70737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9" name="Oval 198"/>
            <p:cNvSpPr/>
            <p:nvPr/>
          </p:nvSpPr>
          <p:spPr>
            <a:xfrm>
              <a:off x="2011903" y="75275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Oval 199"/>
            <p:cNvSpPr/>
            <p:nvPr/>
          </p:nvSpPr>
          <p:spPr>
            <a:xfrm>
              <a:off x="2220568" y="695295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1" name="Oval 200"/>
            <p:cNvSpPr/>
            <p:nvPr/>
          </p:nvSpPr>
          <p:spPr>
            <a:xfrm>
              <a:off x="2419910" y="71044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2" name="Oval 201"/>
            <p:cNvSpPr/>
            <p:nvPr/>
          </p:nvSpPr>
          <p:spPr>
            <a:xfrm>
              <a:off x="2628575" y="71044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8" name="Group 207"/>
          <p:cNvGrpSpPr/>
          <p:nvPr/>
        </p:nvGrpSpPr>
        <p:grpSpPr>
          <a:xfrm>
            <a:off x="2863680" y="2215757"/>
            <a:ext cx="345447" cy="722055"/>
            <a:chOff x="2840255" y="1727778"/>
            <a:chExt cx="375115" cy="784067"/>
          </a:xfrm>
        </p:grpSpPr>
        <p:sp>
          <p:nvSpPr>
            <p:cNvPr id="209" name="Rounded Rectangle 208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ounded Rectangle 209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Rounded Rectangle 210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ounded Rectangle 212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4" name="Rectangle 213"/>
          <p:cNvSpPr/>
          <p:nvPr/>
        </p:nvSpPr>
        <p:spPr>
          <a:xfrm>
            <a:off x="2848243" y="1055103"/>
            <a:ext cx="359731" cy="32653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6" name="Group 215"/>
          <p:cNvGrpSpPr/>
          <p:nvPr/>
        </p:nvGrpSpPr>
        <p:grpSpPr>
          <a:xfrm rot="9900000">
            <a:off x="2876233" y="3388887"/>
            <a:ext cx="281090" cy="281090"/>
            <a:chOff x="2836912" y="3174001"/>
            <a:chExt cx="377756" cy="377756"/>
          </a:xfrm>
        </p:grpSpPr>
        <p:sp>
          <p:nvSpPr>
            <p:cNvPr id="217" name="Oval 21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Oval 21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9" name="Group 218"/>
          <p:cNvGrpSpPr/>
          <p:nvPr/>
        </p:nvGrpSpPr>
        <p:grpSpPr>
          <a:xfrm rot="5400000">
            <a:off x="3012914" y="1108447"/>
            <a:ext cx="180369" cy="137161"/>
            <a:chOff x="3490632" y="2669890"/>
            <a:chExt cx="180369" cy="137161"/>
          </a:xfrm>
        </p:grpSpPr>
        <p:sp>
          <p:nvSpPr>
            <p:cNvPr id="220" name="Oval 219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2" name="Rectangle 231"/>
          <p:cNvSpPr/>
          <p:nvPr/>
        </p:nvSpPr>
        <p:spPr>
          <a:xfrm>
            <a:off x="1503994" y="247472"/>
            <a:ext cx="1249671" cy="68429"/>
          </a:xfrm>
          <a:prstGeom prst="rect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3" name="Group 232"/>
          <p:cNvGrpSpPr/>
          <p:nvPr/>
        </p:nvGrpSpPr>
        <p:grpSpPr>
          <a:xfrm rot="16200000">
            <a:off x="1808591" y="851347"/>
            <a:ext cx="721628" cy="1138520"/>
            <a:chOff x="4045394" y="3424269"/>
            <a:chExt cx="1053212" cy="1661662"/>
          </a:xfrm>
        </p:grpSpPr>
        <p:grpSp>
          <p:nvGrpSpPr>
            <p:cNvPr id="234" name="Group 233"/>
            <p:cNvGrpSpPr/>
            <p:nvPr/>
          </p:nvGrpSpPr>
          <p:grpSpPr>
            <a:xfrm>
              <a:off x="4045394" y="3424269"/>
              <a:ext cx="1053212" cy="1661662"/>
              <a:chOff x="4045394" y="3424269"/>
              <a:chExt cx="1053212" cy="1661662"/>
            </a:xfrm>
          </p:grpSpPr>
          <p:grpSp>
            <p:nvGrpSpPr>
              <p:cNvPr id="237" name="Group 236"/>
              <p:cNvGrpSpPr/>
              <p:nvPr/>
            </p:nvGrpSpPr>
            <p:grpSpPr>
              <a:xfrm>
                <a:off x="4045394" y="3424269"/>
                <a:ext cx="1053212" cy="1661662"/>
                <a:chOff x="4045394" y="3424269"/>
                <a:chExt cx="1053212" cy="1661662"/>
              </a:xfrm>
            </p:grpSpPr>
            <p:grpSp>
              <p:nvGrpSpPr>
                <p:cNvPr id="247" name="Group 246"/>
                <p:cNvGrpSpPr/>
                <p:nvPr/>
              </p:nvGrpSpPr>
              <p:grpSpPr>
                <a:xfrm>
                  <a:off x="4045394" y="3424269"/>
                  <a:ext cx="1053212" cy="1661662"/>
                  <a:chOff x="4045394" y="3424269"/>
                  <a:chExt cx="1053212" cy="1661662"/>
                </a:xfrm>
              </p:grpSpPr>
              <p:grpSp>
                <p:nvGrpSpPr>
                  <p:cNvPr id="252" name="Group 251"/>
                  <p:cNvGrpSpPr/>
                  <p:nvPr/>
                </p:nvGrpSpPr>
                <p:grpSpPr>
                  <a:xfrm>
                    <a:off x="4045394" y="3424269"/>
                    <a:ext cx="1053212" cy="1661662"/>
                    <a:chOff x="4045394" y="3424269"/>
                    <a:chExt cx="1053212" cy="1661662"/>
                  </a:xfrm>
                </p:grpSpPr>
                <p:grpSp>
                  <p:nvGrpSpPr>
                    <p:cNvPr id="254" name="Group 253"/>
                    <p:cNvGrpSpPr/>
                    <p:nvPr/>
                  </p:nvGrpSpPr>
                  <p:grpSpPr>
                    <a:xfrm>
                      <a:off x="4045394" y="3424269"/>
                      <a:ext cx="1053212" cy="1661662"/>
                      <a:chOff x="4045394" y="3424269"/>
                      <a:chExt cx="1053212" cy="1661662"/>
                    </a:xfrm>
                  </p:grpSpPr>
                  <p:sp>
                    <p:nvSpPr>
                      <p:cNvPr id="257" name="Rectangle 256"/>
                      <p:cNvSpPr/>
                      <p:nvPr/>
                    </p:nvSpPr>
                    <p:spPr>
                      <a:xfrm>
                        <a:off x="4045394" y="3424269"/>
                        <a:ext cx="1053212" cy="1661662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58" name="Rectangle 257"/>
                      <p:cNvSpPr/>
                      <p:nvPr/>
                    </p:nvSpPr>
                    <p:spPr>
                      <a:xfrm>
                        <a:off x="4095844" y="3479800"/>
                        <a:ext cx="941858" cy="1560382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255" name="Flowchart: Decision 254"/>
                    <p:cNvSpPr/>
                    <p:nvPr/>
                  </p:nvSpPr>
                  <p:spPr>
                    <a:xfrm>
                      <a:off x="4286448" y="3689424"/>
                      <a:ext cx="557750" cy="1147353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6" name="Flowchart: Decision 255"/>
                    <p:cNvSpPr/>
                    <p:nvPr/>
                  </p:nvSpPr>
                  <p:spPr>
                    <a:xfrm>
                      <a:off x="4340958" y="3778230"/>
                      <a:ext cx="454128" cy="975257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53" name="Decagon 252"/>
                  <p:cNvSpPr/>
                  <p:nvPr/>
                </p:nvSpPr>
                <p:spPr>
                  <a:xfrm>
                    <a:off x="4419198" y="4118285"/>
                    <a:ext cx="303176" cy="299435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48" name="L-Shape 247"/>
                <p:cNvSpPr/>
                <p:nvPr/>
              </p:nvSpPr>
              <p:spPr>
                <a:xfrm>
                  <a:off x="4095844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9" name="L-Shape 248"/>
                <p:cNvSpPr/>
                <p:nvPr/>
              </p:nvSpPr>
              <p:spPr>
                <a:xfrm rot="16200000">
                  <a:off x="4772311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0" name="L-Shape 249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1" name="L-Shape 250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8" name="Oval 237"/>
              <p:cNvSpPr/>
              <p:nvPr/>
            </p:nvSpPr>
            <p:spPr>
              <a:xfrm>
                <a:off x="4480181" y="418071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/>
              <p:cNvSpPr/>
              <p:nvPr/>
            </p:nvSpPr>
            <p:spPr>
              <a:xfrm>
                <a:off x="4809764" y="4830666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/>
              <p:cNvSpPr/>
              <p:nvPr/>
            </p:nvSpPr>
            <p:spPr>
              <a:xfrm>
                <a:off x="4142604" y="482104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/>
              <p:cNvSpPr/>
              <p:nvPr/>
            </p:nvSpPr>
            <p:spPr>
              <a:xfrm>
                <a:off x="4284052" y="4652186"/>
                <a:ext cx="103053" cy="103053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/>
              <p:cNvSpPr/>
              <p:nvPr/>
            </p:nvSpPr>
            <p:spPr>
              <a:xfrm>
                <a:off x="4754840" y="4655290"/>
                <a:ext cx="103053" cy="103053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5" name="Rectangle 234"/>
            <p:cNvSpPr/>
            <p:nvPr/>
          </p:nvSpPr>
          <p:spPr>
            <a:xfrm>
              <a:off x="4921326" y="3800488"/>
              <a:ext cx="118345" cy="95470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/>
            <p:cNvSpPr/>
            <p:nvPr/>
          </p:nvSpPr>
          <p:spPr>
            <a:xfrm>
              <a:off x="4095845" y="3800489"/>
              <a:ext cx="118345" cy="954705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1833705" y="2590351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Drawing 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1546494" y="432709"/>
            <a:ext cx="394624" cy="119516"/>
            <a:chOff x="1650738" y="450412"/>
            <a:chExt cx="394624" cy="119516"/>
          </a:xfrm>
        </p:grpSpPr>
        <p:sp>
          <p:nvSpPr>
            <p:cNvPr id="18" name="Oval 17"/>
            <p:cNvSpPr/>
            <p:nvPr/>
          </p:nvSpPr>
          <p:spPr>
            <a:xfrm>
              <a:off x="1653811" y="523458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5" name="Oval 224"/>
            <p:cNvSpPr/>
            <p:nvPr/>
          </p:nvSpPr>
          <p:spPr>
            <a:xfrm>
              <a:off x="1722654" y="52330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6" name="Oval 225"/>
            <p:cNvSpPr/>
            <p:nvPr/>
          </p:nvSpPr>
          <p:spPr>
            <a:xfrm>
              <a:off x="1791645" y="524208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7" name="Oval 226"/>
            <p:cNvSpPr/>
            <p:nvPr/>
          </p:nvSpPr>
          <p:spPr>
            <a:xfrm>
              <a:off x="1858107" y="52405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8" name="Oval 227"/>
            <p:cNvSpPr/>
            <p:nvPr/>
          </p:nvSpPr>
          <p:spPr>
            <a:xfrm>
              <a:off x="1650738" y="454096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9" name="Oval 228"/>
            <p:cNvSpPr/>
            <p:nvPr/>
          </p:nvSpPr>
          <p:spPr>
            <a:xfrm>
              <a:off x="1719581" y="45394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0" name="Oval 229"/>
            <p:cNvSpPr/>
            <p:nvPr/>
          </p:nvSpPr>
          <p:spPr>
            <a:xfrm>
              <a:off x="1788572" y="454846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1" name="Oval 230"/>
            <p:cNvSpPr/>
            <p:nvPr/>
          </p:nvSpPr>
          <p:spPr>
            <a:xfrm>
              <a:off x="1855034" y="45469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9" name="Oval 258"/>
            <p:cNvSpPr/>
            <p:nvPr/>
          </p:nvSpPr>
          <p:spPr>
            <a:xfrm>
              <a:off x="1927854" y="522003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0" name="Oval 259"/>
            <p:cNvSpPr/>
            <p:nvPr/>
          </p:nvSpPr>
          <p:spPr>
            <a:xfrm>
              <a:off x="1924781" y="452641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1" name="Oval 260"/>
            <p:cNvSpPr/>
            <p:nvPr/>
          </p:nvSpPr>
          <p:spPr>
            <a:xfrm>
              <a:off x="1999642" y="51977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2" name="Oval 261"/>
            <p:cNvSpPr/>
            <p:nvPr/>
          </p:nvSpPr>
          <p:spPr>
            <a:xfrm>
              <a:off x="1996569" y="45041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90" name="Group 389"/>
          <p:cNvGrpSpPr/>
          <p:nvPr/>
        </p:nvGrpSpPr>
        <p:grpSpPr>
          <a:xfrm>
            <a:off x="2534912" y="436754"/>
            <a:ext cx="228801" cy="116127"/>
            <a:chOff x="2651569" y="450506"/>
            <a:chExt cx="228801" cy="116127"/>
          </a:xfrm>
        </p:grpSpPr>
        <p:sp>
          <p:nvSpPr>
            <p:cNvPr id="24" name="Rounded Rectangle 23"/>
            <p:cNvSpPr/>
            <p:nvPr/>
          </p:nvSpPr>
          <p:spPr>
            <a:xfrm>
              <a:off x="2834651" y="519086"/>
              <a:ext cx="45719" cy="45719"/>
            </a:xfrm>
            <a:prstGeom prst="roundRect">
              <a:avLst/>
            </a:prstGeom>
            <a:solidFill>
              <a:schemeClr val="accent2">
                <a:lumMod val="50000"/>
              </a:schemeClr>
            </a:solidFill>
            <a:ln w="28575">
              <a:solidFill>
                <a:srgbClr val="ADB9CA">
                  <a:alpha val="4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ounded Rectangle 263"/>
            <p:cNvSpPr/>
            <p:nvPr/>
          </p:nvSpPr>
          <p:spPr>
            <a:xfrm>
              <a:off x="2651569" y="496226"/>
              <a:ext cx="45719" cy="45719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 w="28575">
              <a:solidFill>
                <a:srgbClr val="ADB9CA">
                  <a:alpha val="4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2745330" y="520914"/>
              <a:ext cx="45719" cy="45719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 w="28575">
              <a:solidFill>
                <a:srgbClr val="ADB9CA">
                  <a:alpha val="4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Oval 266"/>
            <p:cNvSpPr/>
            <p:nvPr/>
          </p:nvSpPr>
          <p:spPr>
            <a:xfrm>
              <a:off x="2770320" y="450506"/>
              <a:ext cx="45719" cy="45719"/>
            </a:xfrm>
            <a:prstGeom prst="ellipse">
              <a:avLst/>
            </a:prstGeom>
            <a:solidFill>
              <a:schemeClr val="accent4">
                <a:lumMod val="50000"/>
              </a:schemeClr>
            </a:solidFill>
            <a:ln w="28575">
              <a:solidFill>
                <a:srgbClr val="ADB9CA">
                  <a:alpha val="4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3" name="Group 262"/>
          <p:cNvGrpSpPr/>
          <p:nvPr/>
        </p:nvGrpSpPr>
        <p:grpSpPr>
          <a:xfrm rot="16200000">
            <a:off x="1141902" y="1810620"/>
            <a:ext cx="294854" cy="368561"/>
            <a:chOff x="2840254" y="2042961"/>
            <a:chExt cx="375115" cy="468886"/>
          </a:xfrm>
        </p:grpSpPr>
        <p:sp>
          <p:nvSpPr>
            <p:cNvPr id="265" name="Rounded Rectangle 264"/>
            <p:cNvSpPr/>
            <p:nvPr/>
          </p:nvSpPr>
          <p:spPr>
            <a:xfrm>
              <a:off x="2840254" y="2042961"/>
              <a:ext cx="375115" cy="468886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ounded Rectangle 267"/>
            <p:cNvSpPr/>
            <p:nvPr/>
          </p:nvSpPr>
          <p:spPr>
            <a:xfrm>
              <a:off x="3016430" y="2120404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ounded Rectangle 269"/>
            <p:cNvSpPr/>
            <p:nvPr/>
          </p:nvSpPr>
          <p:spPr>
            <a:xfrm>
              <a:off x="2869622" y="205643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7" name="Straight Connector 76"/>
          <p:cNvCxnSpPr/>
          <p:nvPr/>
        </p:nvCxnSpPr>
        <p:spPr>
          <a:xfrm>
            <a:off x="5833241" y="1800633"/>
            <a:ext cx="453259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V="1">
            <a:off x="6270802" y="244759"/>
            <a:ext cx="0" cy="1562896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/>
          <p:cNvCxnSpPr/>
          <p:nvPr/>
        </p:nvCxnSpPr>
        <p:spPr>
          <a:xfrm flipV="1">
            <a:off x="7153319" y="244759"/>
            <a:ext cx="0" cy="3862511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/>
          <p:cNvCxnSpPr/>
          <p:nvPr/>
        </p:nvCxnSpPr>
        <p:spPr>
          <a:xfrm>
            <a:off x="7153319" y="4107270"/>
            <a:ext cx="406739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/>
          <p:cNvCxnSpPr/>
          <p:nvPr/>
        </p:nvCxnSpPr>
        <p:spPr>
          <a:xfrm flipV="1">
            <a:off x="6266496" y="2151461"/>
            <a:ext cx="0" cy="40565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/>
          <p:cNvCxnSpPr/>
          <p:nvPr/>
        </p:nvCxnSpPr>
        <p:spPr>
          <a:xfrm flipV="1">
            <a:off x="3262313" y="2555138"/>
            <a:ext cx="3024187" cy="1973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/>
          <p:cNvCxnSpPr/>
          <p:nvPr/>
        </p:nvCxnSpPr>
        <p:spPr>
          <a:xfrm flipH="1" flipV="1">
            <a:off x="3260903" y="252780"/>
            <a:ext cx="1410" cy="3475274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/>
          <p:cNvCxnSpPr/>
          <p:nvPr/>
        </p:nvCxnSpPr>
        <p:spPr>
          <a:xfrm flipH="1" flipV="1">
            <a:off x="7126167" y="4473545"/>
            <a:ext cx="3334" cy="430094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Rectangle 292"/>
          <p:cNvSpPr/>
          <p:nvPr/>
        </p:nvSpPr>
        <p:spPr>
          <a:xfrm>
            <a:off x="5823757" y="257209"/>
            <a:ext cx="425902" cy="18899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294" name="Group 293"/>
          <p:cNvGrpSpPr/>
          <p:nvPr/>
        </p:nvGrpSpPr>
        <p:grpSpPr>
          <a:xfrm>
            <a:off x="2854588" y="1439605"/>
            <a:ext cx="345447" cy="722055"/>
            <a:chOff x="2840255" y="1727778"/>
            <a:chExt cx="375115" cy="784067"/>
          </a:xfrm>
        </p:grpSpPr>
        <p:sp>
          <p:nvSpPr>
            <p:cNvPr id="295" name="Rounded Rectangle 294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Rounded Rectangle 295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Rounded Rectangle 297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ounded Rectangle 298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04" name="Straight Connector 303"/>
          <p:cNvCxnSpPr/>
          <p:nvPr/>
        </p:nvCxnSpPr>
        <p:spPr>
          <a:xfrm>
            <a:off x="1520827" y="3734212"/>
            <a:ext cx="1755926" cy="1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/>
          <p:cNvCxnSpPr/>
          <p:nvPr/>
        </p:nvCxnSpPr>
        <p:spPr>
          <a:xfrm flipV="1">
            <a:off x="1517228" y="2583345"/>
            <a:ext cx="0" cy="1155574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/>
          <p:cNvCxnSpPr/>
          <p:nvPr/>
        </p:nvCxnSpPr>
        <p:spPr>
          <a:xfrm flipV="1">
            <a:off x="1517228" y="244759"/>
            <a:ext cx="0" cy="1943318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/>
          <p:cNvCxnSpPr/>
          <p:nvPr/>
        </p:nvCxnSpPr>
        <p:spPr>
          <a:xfrm>
            <a:off x="1496024" y="2188077"/>
            <a:ext cx="453259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/>
          <p:cNvCxnSpPr/>
          <p:nvPr/>
        </p:nvCxnSpPr>
        <p:spPr>
          <a:xfrm>
            <a:off x="1090038" y="1807192"/>
            <a:ext cx="420033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/>
          <p:cNvCxnSpPr/>
          <p:nvPr/>
        </p:nvCxnSpPr>
        <p:spPr>
          <a:xfrm>
            <a:off x="212922" y="1807192"/>
            <a:ext cx="444719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/>
          <p:cNvCxnSpPr/>
          <p:nvPr/>
        </p:nvCxnSpPr>
        <p:spPr>
          <a:xfrm>
            <a:off x="642319" y="1417464"/>
            <a:ext cx="4519" cy="400652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7" name="Group 326"/>
          <p:cNvGrpSpPr/>
          <p:nvPr/>
        </p:nvGrpSpPr>
        <p:grpSpPr>
          <a:xfrm rot="4599317">
            <a:off x="1594958" y="3388850"/>
            <a:ext cx="281090" cy="281090"/>
            <a:chOff x="2836912" y="3174001"/>
            <a:chExt cx="377756" cy="377756"/>
          </a:xfrm>
        </p:grpSpPr>
        <p:sp>
          <p:nvSpPr>
            <p:cNvPr id="328" name="Oval 327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9" name="Oval 328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0" name="Group 329"/>
          <p:cNvGrpSpPr/>
          <p:nvPr/>
        </p:nvGrpSpPr>
        <p:grpSpPr>
          <a:xfrm>
            <a:off x="4150871" y="2996539"/>
            <a:ext cx="1193283" cy="1882656"/>
            <a:chOff x="4045394" y="3424269"/>
            <a:chExt cx="1053212" cy="1661662"/>
          </a:xfrm>
        </p:grpSpPr>
        <p:grpSp>
          <p:nvGrpSpPr>
            <p:cNvPr id="331" name="Group 330"/>
            <p:cNvGrpSpPr/>
            <p:nvPr/>
          </p:nvGrpSpPr>
          <p:grpSpPr>
            <a:xfrm>
              <a:off x="4045394" y="3424269"/>
              <a:ext cx="1053212" cy="1661662"/>
              <a:chOff x="4045394" y="3424269"/>
              <a:chExt cx="1053212" cy="1661662"/>
            </a:xfrm>
          </p:grpSpPr>
          <p:grpSp>
            <p:nvGrpSpPr>
              <p:cNvPr id="334" name="Group 333"/>
              <p:cNvGrpSpPr/>
              <p:nvPr/>
            </p:nvGrpSpPr>
            <p:grpSpPr>
              <a:xfrm>
                <a:off x="4045394" y="3424269"/>
                <a:ext cx="1053212" cy="1661662"/>
                <a:chOff x="4045394" y="3424269"/>
                <a:chExt cx="1053212" cy="1661662"/>
              </a:xfrm>
            </p:grpSpPr>
            <p:grpSp>
              <p:nvGrpSpPr>
                <p:cNvPr id="344" name="Group 343"/>
                <p:cNvGrpSpPr/>
                <p:nvPr/>
              </p:nvGrpSpPr>
              <p:grpSpPr>
                <a:xfrm>
                  <a:off x="4045394" y="3424269"/>
                  <a:ext cx="1053212" cy="1661662"/>
                  <a:chOff x="4045394" y="3424269"/>
                  <a:chExt cx="1053212" cy="1661662"/>
                </a:xfrm>
              </p:grpSpPr>
              <p:grpSp>
                <p:nvGrpSpPr>
                  <p:cNvPr id="349" name="Group 348"/>
                  <p:cNvGrpSpPr/>
                  <p:nvPr/>
                </p:nvGrpSpPr>
                <p:grpSpPr>
                  <a:xfrm>
                    <a:off x="4045394" y="3424269"/>
                    <a:ext cx="1053212" cy="1661662"/>
                    <a:chOff x="4045394" y="3424269"/>
                    <a:chExt cx="1053212" cy="1661662"/>
                  </a:xfrm>
                </p:grpSpPr>
                <p:grpSp>
                  <p:nvGrpSpPr>
                    <p:cNvPr id="351" name="Group 350"/>
                    <p:cNvGrpSpPr/>
                    <p:nvPr/>
                  </p:nvGrpSpPr>
                  <p:grpSpPr>
                    <a:xfrm>
                      <a:off x="4045394" y="3424269"/>
                      <a:ext cx="1053212" cy="1661662"/>
                      <a:chOff x="4045394" y="3424269"/>
                      <a:chExt cx="1053212" cy="1661662"/>
                    </a:xfrm>
                  </p:grpSpPr>
                  <p:sp>
                    <p:nvSpPr>
                      <p:cNvPr id="354" name="Rectangle 353"/>
                      <p:cNvSpPr/>
                      <p:nvPr/>
                    </p:nvSpPr>
                    <p:spPr>
                      <a:xfrm>
                        <a:off x="4045394" y="3424269"/>
                        <a:ext cx="1053212" cy="1661662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55" name="Rectangle 354"/>
                      <p:cNvSpPr/>
                      <p:nvPr/>
                    </p:nvSpPr>
                    <p:spPr>
                      <a:xfrm>
                        <a:off x="4095844" y="3479800"/>
                        <a:ext cx="941858" cy="1560382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352" name="Flowchart: Decision 351"/>
                    <p:cNvSpPr/>
                    <p:nvPr/>
                  </p:nvSpPr>
                  <p:spPr>
                    <a:xfrm>
                      <a:off x="4286448" y="3689424"/>
                      <a:ext cx="557750" cy="1147353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53" name="Flowchart: Decision 352"/>
                    <p:cNvSpPr/>
                    <p:nvPr/>
                  </p:nvSpPr>
                  <p:spPr>
                    <a:xfrm>
                      <a:off x="4340958" y="3778230"/>
                      <a:ext cx="454128" cy="975257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50" name="Decagon 349"/>
                  <p:cNvSpPr/>
                  <p:nvPr/>
                </p:nvSpPr>
                <p:spPr>
                  <a:xfrm>
                    <a:off x="4419198" y="4118285"/>
                    <a:ext cx="303176" cy="299435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345" name="L-Shape 344"/>
                <p:cNvSpPr/>
                <p:nvPr/>
              </p:nvSpPr>
              <p:spPr>
                <a:xfrm>
                  <a:off x="4095844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6" name="L-Shape 345"/>
                <p:cNvSpPr/>
                <p:nvPr/>
              </p:nvSpPr>
              <p:spPr>
                <a:xfrm rot="16200000">
                  <a:off x="4772311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7" name="L-Shape 346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8" name="L-Shape 347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35" name="Oval 334"/>
              <p:cNvSpPr/>
              <p:nvPr/>
            </p:nvSpPr>
            <p:spPr>
              <a:xfrm>
                <a:off x="4480181" y="418071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6" name="Oval 335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7" name="Oval 336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8" name="Oval 337"/>
              <p:cNvSpPr/>
              <p:nvPr/>
            </p:nvSpPr>
            <p:spPr>
              <a:xfrm>
                <a:off x="4809764" y="4830666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9" name="Oval 338"/>
              <p:cNvSpPr/>
              <p:nvPr/>
            </p:nvSpPr>
            <p:spPr>
              <a:xfrm>
                <a:off x="4142604" y="482104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" name="Oval 339"/>
              <p:cNvSpPr/>
              <p:nvPr/>
            </p:nvSpPr>
            <p:spPr>
              <a:xfrm>
                <a:off x="4248978" y="4013294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6" name="Oval 355"/>
              <p:cNvSpPr/>
              <p:nvPr/>
            </p:nvSpPr>
            <p:spPr>
              <a:xfrm>
                <a:off x="4369781" y="374524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7" name="Oval 356"/>
              <p:cNvSpPr/>
              <p:nvPr/>
            </p:nvSpPr>
            <p:spPr>
              <a:xfrm>
                <a:off x="4770417" y="4013294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8" name="Oval 357"/>
              <p:cNvSpPr/>
              <p:nvPr/>
            </p:nvSpPr>
            <p:spPr>
              <a:xfrm>
                <a:off x="4660292" y="374524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Oval 358"/>
              <p:cNvSpPr/>
              <p:nvPr/>
            </p:nvSpPr>
            <p:spPr>
              <a:xfrm>
                <a:off x="4248978" y="440708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0" name="Oval 359"/>
              <p:cNvSpPr/>
              <p:nvPr/>
            </p:nvSpPr>
            <p:spPr>
              <a:xfrm>
                <a:off x="4770417" y="440708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1" name="Oval 360"/>
              <p:cNvSpPr/>
              <p:nvPr/>
            </p:nvSpPr>
            <p:spPr>
              <a:xfrm>
                <a:off x="4369781" y="465043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2" name="Oval 361"/>
              <p:cNvSpPr/>
              <p:nvPr/>
            </p:nvSpPr>
            <p:spPr>
              <a:xfrm>
                <a:off x="4660292" y="465043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2" name="Rectangle 331"/>
            <p:cNvSpPr/>
            <p:nvPr/>
          </p:nvSpPr>
          <p:spPr>
            <a:xfrm>
              <a:off x="4921326" y="3800488"/>
              <a:ext cx="118345" cy="95470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4095845" y="3800489"/>
              <a:ext cx="118345" cy="954705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3" name="Group 362"/>
          <p:cNvGrpSpPr/>
          <p:nvPr/>
        </p:nvGrpSpPr>
        <p:grpSpPr>
          <a:xfrm>
            <a:off x="385545" y="2199922"/>
            <a:ext cx="960865" cy="1515967"/>
            <a:chOff x="4045394" y="3424269"/>
            <a:chExt cx="1053212" cy="1661662"/>
          </a:xfrm>
        </p:grpSpPr>
        <p:grpSp>
          <p:nvGrpSpPr>
            <p:cNvPr id="364" name="Group 363"/>
            <p:cNvGrpSpPr/>
            <p:nvPr/>
          </p:nvGrpSpPr>
          <p:grpSpPr>
            <a:xfrm>
              <a:off x="4045394" y="3424269"/>
              <a:ext cx="1053212" cy="1661662"/>
              <a:chOff x="4045394" y="3424269"/>
              <a:chExt cx="1053212" cy="1661662"/>
            </a:xfrm>
          </p:grpSpPr>
          <p:grpSp>
            <p:nvGrpSpPr>
              <p:cNvPr id="367" name="Group 366"/>
              <p:cNvGrpSpPr/>
              <p:nvPr/>
            </p:nvGrpSpPr>
            <p:grpSpPr>
              <a:xfrm>
                <a:off x="4045394" y="3424269"/>
                <a:ext cx="1053212" cy="1661662"/>
                <a:chOff x="4045394" y="3424269"/>
                <a:chExt cx="1053212" cy="1661662"/>
              </a:xfrm>
            </p:grpSpPr>
            <p:grpSp>
              <p:nvGrpSpPr>
                <p:cNvPr id="377" name="Group 376"/>
                <p:cNvGrpSpPr/>
                <p:nvPr/>
              </p:nvGrpSpPr>
              <p:grpSpPr>
                <a:xfrm>
                  <a:off x="4045394" y="3424269"/>
                  <a:ext cx="1053212" cy="1661662"/>
                  <a:chOff x="4045394" y="3424269"/>
                  <a:chExt cx="1053212" cy="1661662"/>
                </a:xfrm>
              </p:grpSpPr>
              <p:grpSp>
                <p:nvGrpSpPr>
                  <p:cNvPr id="382" name="Group 381"/>
                  <p:cNvGrpSpPr/>
                  <p:nvPr/>
                </p:nvGrpSpPr>
                <p:grpSpPr>
                  <a:xfrm>
                    <a:off x="4045394" y="3424269"/>
                    <a:ext cx="1053212" cy="1661662"/>
                    <a:chOff x="4045394" y="3424269"/>
                    <a:chExt cx="1053212" cy="1661662"/>
                  </a:xfrm>
                </p:grpSpPr>
                <p:grpSp>
                  <p:nvGrpSpPr>
                    <p:cNvPr id="384" name="Group 383"/>
                    <p:cNvGrpSpPr/>
                    <p:nvPr/>
                  </p:nvGrpSpPr>
                  <p:grpSpPr>
                    <a:xfrm>
                      <a:off x="4045394" y="3424269"/>
                      <a:ext cx="1053212" cy="1661662"/>
                      <a:chOff x="4045394" y="3424269"/>
                      <a:chExt cx="1053212" cy="1661662"/>
                    </a:xfrm>
                  </p:grpSpPr>
                  <p:sp>
                    <p:nvSpPr>
                      <p:cNvPr id="387" name="Rectangle 386"/>
                      <p:cNvSpPr/>
                      <p:nvPr/>
                    </p:nvSpPr>
                    <p:spPr>
                      <a:xfrm>
                        <a:off x="4045394" y="3424269"/>
                        <a:ext cx="1053212" cy="1661662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88" name="Rectangle 387"/>
                      <p:cNvSpPr/>
                      <p:nvPr/>
                    </p:nvSpPr>
                    <p:spPr>
                      <a:xfrm>
                        <a:off x="4095844" y="3479800"/>
                        <a:ext cx="941858" cy="1560382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385" name="Flowchart: Decision 384"/>
                    <p:cNvSpPr/>
                    <p:nvPr/>
                  </p:nvSpPr>
                  <p:spPr>
                    <a:xfrm>
                      <a:off x="4286448" y="3689424"/>
                      <a:ext cx="557750" cy="1147353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86" name="Flowchart: Decision 385"/>
                    <p:cNvSpPr/>
                    <p:nvPr/>
                  </p:nvSpPr>
                  <p:spPr>
                    <a:xfrm>
                      <a:off x="4340958" y="3778230"/>
                      <a:ext cx="454128" cy="975257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83" name="Decagon 382"/>
                  <p:cNvSpPr/>
                  <p:nvPr/>
                </p:nvSpPr>
                <p:spPr>
                  <a:xfrm>
                    <a:off x="4419198" y="4118285"/>
                    <a:ext cx="303176" cy="299435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378" name="L-Shape 377"/>
                <p:cNvSpPr/>
                <p:nvPr/>
              </p:nvSpPr>
              <p:spPr>
                <a:xfrm>
                  <a:off x="4095844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9" name="L-Shape 378"/>
                <p:cNvSpPr/>
                <p:nvPr/>
              </p:nvSpPr>
              <p:spPr>
                <a:xfrm rot="16200000">
                  <a:off x="4772311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0" name="L-Shape 379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1" name="L-Shape 380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68" name="Oval 367"/>
              <p:cNvSpPr/>
              <p:nvPr/>
            </p:nvSpPr>
            <p:spPr>
              <a:xfrm>
                <a:off x="4480181" y="418071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" name="Oval 368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" name="Oval 369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Oval 370"/>
              <p:cNvSpPr/>
              <p:nvPr/>
            </p:nvSpPr>
            <p:spPr>
              <a:xfrm>
                <a:off x="4809764" y="4830666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" name="Oval 371"/>
              <p:cNvSpPr/>
              <p:nvPr/>
            </p:nvSpPr>
            <p:spPr>
              <a:xfrm>
                <a:off x="4142604" y="482104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" name="Oval 372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" name="Oval 373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" name="Oval 374"/>
              <p:cNvSpPr/>
              <p:nvPr/>
            </p:nvSpPr>
            <p:spPr>
              <a:xfrm>
                <a:off x="4284052" y="4652186"/>
                <a:ext cx="103053" cy="103053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" name="Oval 375"/>
              <p:cNvSpPr/>
              <p:nvPr/>
            </p:nvSpPr>
            <p:spPr>
              <a:xfrm>
                <a:off x="4754840" y="4655290"/>
                <a:ext cx="103053" cy="103053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5" name="Rectangle 364"/>
            <p:cNvSpPr/>
            <p:nvPr/>
          </p:nvSpPr>
          <p:spPr>
            <a:xfrm>
              <a:off x="4921326" y="3800488"/>
              <a:ext cx="118345" cy="95470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Rectangle 365"/>
            <p:cNvSpPr/>
            <p:nvPr/>
          </p:nvSpPr>
          <p:spPr>
            <a:xfrm>
              <a:off x="4095845" y="3800489"/>
              <a:ext cx="118345" cy="954705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9" name="Rectangle 388"/>
          <p:cNvSpPr/>
          <p:nvPr/>
        </p:nvSpPr>
        <p:spPr>
          <a:xfrm rot="16200000">
            <a:off x="-536218" y="2729599"/>
            <a:ext cx="1283232" cy="20603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Dining Area</a:t>
            </a:r>
            <a:endParaRPr lang="en-US" sz="12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393" name="Group 392"/>
          <p:cNvGrpSpPr/>
          <p:nvPr/>
        </p:nvGrpSpPr>
        <p:grpSpPr>
          <a:xfrm rot="16200000">
            <a:off x="278286" y="1826476"/>
            <a:ext cx="294854" cy="368561"/>
            <a:chOff x="2840254" y="2042961"/>
            <a:chExt cx="375115" cy="468886"/>
          </a:xfrm>
        </p:grpSpPr>
        <p:sp>
          <p:nvSpPr>
            <p:cNvPr id="394" name="Rounded Rectangle 393"/>
            <p:cNvSpPr/>
            <p:nvPr/>
          </p:nvSpPr>
          <p:spPr>
            <a:xfrm>
              <a:off x="2840254" y="2042961"/>
              <a:ext cx="375115" cy="468886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ounded Rectangle 394"/>
            <p:cNvSpPr/>
            <p:nvPr/>
          </p:nvSpPr>
          <p:spPr>
            <a:xfrm>
              <a:off x="3016430" y="2120404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Rounded Rectangle 395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2869622" y="205643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/>
          <p:cNvSpPr/>
          <p:nvPr/>
        </p:nvSpPr>
        <p:spPr>
          <a:xfrm>
            <a:off x="4116171" y="263645"/>
            <a:ext cx="846978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99" name="Group 398"/>
          <p:cNvGrpSpPr/>
          <p:nvPr/>
        </p:nvGrpSpPr>
        <p:grpSpPr>
          <a:xfrm>
            <a:off x="4144685" y="296217"/>
            <a:ext cx="178778" cy="182212"/>
            <a:chOff x="3476850" y="2598160"/>
            <a:chExt cx="178778" cy="182212"/>
          </a:xfrm>
        </p:grpSpPr>
        <p:sp>
          <p:nvSpPr>
            <p:cNvPr id="400" name="Oval 399"/>
            <p:cNvSpPr/>
            <p:nvPr/>
          </p:nvSpPr>
          <p:spPr>
            <a:xfrm>
              <a:off x="3567808" y="259816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/>
            <p:cNvSpPr/>
            <p:nvPr/>
          </p:nvSpPr>
          <p:spPr>
            <a:xfrm>
              <a:off x="3571428" y="2686633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/>
            <p:cNvSpPr/>
            <p:nvPr/>
          </p:nvSpPr>
          <p:spPr>
            <a:xfrm>
              <a:off x="3492346" y="2643649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Oval 418"/>
            <p:cNvSpPr/>
            <p:nvPr/>
          </p:nvSpPr>
          <p:spPr>
            <a:xfrm>
              <a:off x="3476850" y="2734652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5" name="Group 404"/>
          <p:cNvGrpSpPr/>
          <p:nvPr/>
        </p:nvGrpSpPr>
        <p:grpSpPr>
          <a:xfrm>
            <a:off x="4518400" y="358353"/>
            <a:ext cx="166907" cy="152847"/>
            <a:chOff x="3909725" y="2706151"/>
            <a:chExt cx="166907" cy="152847"/>
          </a:xfrm>
        </p:grpSpPr>
        <p:grpSp>
          <p:nvGrpSpPr>
            <p:cNvPr id="406" name="Group 405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409" name="Group 408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411" name="Group 410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413" name="Group 412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415" name="Wave 414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416" name="Straight Connector 415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17" name="Straight Connector 416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18" name="Straight Connector 417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14" name="Straight Connector 413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2" name="Straight Connector 411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0" name="Straight Connector 409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7" name="Straight Connector 406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0" name="Oval 299"/>
          <p:cNvSpPr/>
          <p:nvPr/>
        </p:nvSpPr>
        <p:spPr>
          <a:xfrm>
            <a:off x="5860831" y="295986"/>
            <a:ext cx="45720" cy="457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1" name="Oval 300"/>
          <p:cNvSpPr/>
          <p:nvPr/>
        </p:nvSpPr>
        <p:spPr>
          <a:xfrm>
            <a:off x="4712897" y="446205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94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174</TotalTime>
  <Words>24</Words>
  <Application>Microsoft Office PowerPoint</Application>
  <PresentationFormat>On-screen Show (16:9)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Libre Baskerville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119</cp:revision>
  <dcterms:created xsi:type="dcterms:W3CDTF">2026-07-18T12:36:53Z</dcterms:created>
  <dcterms:modified xsi:type="dcterms:W3CDTF">2026-07-20T19:30:34Z</dcterms:modified>
</cp:coreProperties>
</file>